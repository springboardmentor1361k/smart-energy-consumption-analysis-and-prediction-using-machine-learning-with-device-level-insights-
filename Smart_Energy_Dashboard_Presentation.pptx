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228" y="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8902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Energy Dashboard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ADCFC"/>
                </a:solidFill>
              </a:rPr>
              <a:t>AI-Powered Energy Consumption Analysis &amp; Prediction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2C39A"/>
                </a:solidFill>
              </a:rPr>
              <a:t>By: Manshika Patodiya
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Full-Stack AI Application | LSTM Neural Network | 94.7% Accuracy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</a:rPr>
              <a:t>Project Overview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⚡ THE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F3C7E"/>
                </a:solidFill>
              </a:rPr>
              <a:t>• High electricity bills with no visibility into usage patterns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F3C7E"/>
                </a:solidFill>
              </a:rPr>
              <a:t>• Energy wastage due to inefficient appliance usage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F3C7E"/>
                </a:solidFill>
              </a:rPr>
              <a:t>• Traditional billing provides only monthly totals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F3C7E"/>
                </a:solidFill>
              </a:rPr>
              <a:t>• No device-level insights or future predictions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256032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1887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🎯 THE SOLUTION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210312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F3C7E"/>
                </a:solidFill>
              </a:rPr>
              <a:t>• Real-time device-level energy monitoring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F3C7E"/>
                </a:solidFill>
              </a:rPr>
              <a:t>• AI-powered predictions (LSTM neural network)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F3C7E"/>
                </a:solidFill>
              </a:rPr>
              <a:t>• Interactive web dashboard with visualizations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F3C7E"/>
                </a:solidFill>
              </a:rPr>
              <a:t>• Smart recommendations to save $300+/month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E2761"/>
                </a:solidFill>
              </a:rPr>
              <a:t>Goal: Improve energy efficiency, lower costs, and support sustainable behavior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</a:rPr>
              <a:t>Project Outcomes &amp; Achievements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508760" y="12801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150876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3C7E"/>
                </a:solidFill>
              </a:rPr>
              <a:t>ML Performance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7E"/>
                </a:solidFill>
              </a:rPr>
              <a:t>• 94.7% prediction accuracy (R²)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7E"/>
                </a:solidFill>
              </a:rPr>
              <a:t>• LSTM beats baseline by 15%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7E"/>
                </a:solidFill>
              </a:rPr>
              <a:t>• 24-168 hour forecasting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7E"/>
                </a:solidFill>
              </a:rPr>
              <a:t>• Real-time inference (&lt;100ms)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28016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434340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91840" y="1920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3C7E"/>
                </a:solidFill>
              </a:rPr>
              <a:t>Key Features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91840" y="237744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7E"/>
                </a:solidFill>
              </a:rPr>
              <a:t>• Device-level insights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7E"/>
                </a:solidFill>
              </a:rPr>
              <a:t>• Interactive dashboards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7E"/>
                </a:solidFill>
              </a:rPr>
              <a:t>• Smart recommendations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7E"/>
                </a:solidFill>
              </a:rPr>
              <a:t>• 5 comprehensive views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78040" y="12801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717804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126480" y="1920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3C7E"/>
                </a:solidFill>
              </a:rPr>
              <a:t>Business Impact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126480" y="237744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7E"/>
                </a:solidFill>
              </a:rPr>
              <a:t>• $300+/month savings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7E"/>
                </a:solidFill>
              </a:rPr>
              <a:t>• $3,600+ annual ROI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7E"/>
                </a:solidFill>
              </a:rPr>
              <a:t>• Scalable to 1000s homes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7E"/>
                </a:solidFill>
              </a:rPr>
              <a:t>• Sustainable energy usage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</a:rPr>
              <a:t>Trained on 2M+ records from UCI Household Power Consumption Dataset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</a:rPr>
              <a:t>Technology Stack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FRONTEND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</a:rPr>
              <a:t>HTML5, CSS3, JavaScript (ES6+)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</a:rPr>
              <a:t>Chart.js for visualizations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</a:rPr>
              <a:t>Responsive design (mobile-ready)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</a:rPr>
              <a:t>Real-time data updates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4023360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0" y="12801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BACKEND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63440" y="1920240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</a:rPr>
              <a:t>Python Flask REST API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</a:rPr>
              <a:t>10+ API endpoints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</a:rPr>
              <a:t>Real-time data processing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</a:rPr>
              <a:t>Error handling &amp; logging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4535" y="3395773"/>
            <a:ext cx="7814930" cy="29062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MACHINE LEARNING &amp; DATA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</a:rPr>
              <a:t>TensorFlow/Keras LSTM (3 layers: 128→64→32 units)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</a:rPr>
              <a:t>Pandas &amp; NumPy for data processing (2M+ records)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</a:rPr>
              <a:t>Scikit-learn (baseline model, metrics, preprocessing)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</a:rPr>
              <a:t>Feature engineering: time features, lag features, rolling statistics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</a:rPr>
              <a:t>System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286000" cy="822960"/>
          </a:xfrm>
          <a:prstGeom prst="rect">
            <a:avLst/>
          </a:prstGeom>
          <a:solidFill>
            <a:srgbClr val="CADCFC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C7E"/>
                </a:solidFill>
              </a:rPr>
              <a:t>📊 DATA
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</a:rPr>
              <a:t>UCI Dataset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</a:rPr>
              <a:t>2M+ records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926080" y="1737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</a:rPr>
              <a:t>→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566160" y="1463040"/>
            <a:ext cx="2286000" cy="822960"/>
          </a:xfrm>
          <a:prstGeom prst="rect">
            <a:avLst/>
          </a:prstGeom>
          <a:solidFill>
            <a:srgbClr val="CADCFC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14630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C7E"/>
                </a:solidFill>
              </a:rPr>
              <a:t>⚙️ PROCESSING
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</a:rPr>
              <a:t>Clean &amp; Engineer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</a:rPr>
              <a:t>Features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35040" y="1737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A896"/>
                </a:solidFill>
              </a:rPr>
              <a:t>→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6583680" y="1463040"/>
            <a:ext cx="2286000" cy="822960"/>
          </a:xfrm>
          <a:prstGeom prst="rect">
            <a:avLst/>
          </a:prstGeom>
          <a:solidFill>
            <a:srgbClr val="CADCFC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4630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C7E"/>
                </a:solidFill>
              </a:rPr>
              <a:t>🤖 AI MODEL
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</a:rPr>
              <a:t>LSTM Network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</a:rPr>
              <a:t>94.7% Accuracy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2468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8090"/>
                </a:solidFill>
              </a:rPr>
              <a:t>↓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17720" y="2468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A896"/>
                </a:solidFill>
              </a:rPr>
              <a:t>↓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635240" y="2468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2C39A"/>
                </a:solidFill>
              </a:rPr>
              <a:t>↓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2286000" y="2926080"/>
            <a:ext cx="201168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0" y="29260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FLASK API
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REST Endpoints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80560" y="3200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28090"/>
                </a:solidFill>
              </a:rPr>
              <a:t>→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5029200" y="2926080"/>
            <a:ext cx="2011680" cy="8229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92608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WEB UI
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Interactive Dashboard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Deployed on: GitHub (version control) + Vercel (cloud hosting)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</a:rPr>
              <a:t>Machine Learning Model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</a:rPr>
              <a:t>LSTM Architecture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4023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7E"/>
                </a:solidFill>
              </a:rPr>
              <a:t>Layer 1: LSTM(128) + Dropout(0.2)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7E"/>
                </a:solidFill>
              </a:rPr>
              <a:t>Layer 2: LSTM(64) + Dropout(0.2)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7E"/>
                </a:solidFill>
              </a:rPr>
              <a:t>Layer 3: LSTM(32) + Dropout(0.2)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7E"/>
                </a:solidFill>
              </a:rPr>
              <a:t>Dense(16) + Dense(1) output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7E"/>
                </a:solidFill>
              </a:rPr>
              <a:t>Optimizer: Adam (lr=0.001)
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F3C7E"/>
                </a:solidFill>
              </a:rPr>
              <a:t>Loss: Mean Squared Error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63440" y="11887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6"/>
                </a:solidFill>
              </a:rPr>
              <a:t>Performance Metrics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663440" y="1737360"/>
            <a:ext cx="4023360" cy="6400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0" y="173736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3C7E"/>
                </a:solidFill>
              </a:rPr>
              <a:t>RMSE: 0.142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663440" y="2514600"/>
            <a:ext cx="4023360" cy="6400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51460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3C7E"/>
                </a:solidFill>
              </a:rPr>
              <a:t>MAE: 0.098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663440" y="3291840"/>
            <a:ext cx="4023360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329184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R² Score: 0.947 (94.7%)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</a:rPr>
              <a:t>LSTM achieves 15% improvement over baseline Linear Regression (R² = 0.78)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</a:rPr>
              <a:t>Interactive Dashboard Features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1097280"/>
          </a:xfrm>
          <a:prstGeom prst="rect">
            <a:avLst/>
          </a:prstGeom>
          <a:solidFill>
            <a:srgbClr val="CADCFC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C7E"/>
                </a:solidFill>
              </a:rPr>
              <a:t>📊 Dashboard View
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</a:rPr>
              <a:t>Real-time stats, device grid, AI recommendations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663440" y="1280160"/>
            <a:ext cx="4023360" cy="1097280"/>
          </a:xfrm>
          <a:prstGeom prst="rect">
            <a:avLst/>
          </a:prstGeom>
          <a:solidFill>
            <a:srgbClr val="CADCFC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663440" y="128016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C7E"/>
                </a:solidFill>
              </a:rPr>
              <a:t>📈 Analytics View
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</a:rPr>
              <a:t>Trends, heatmap, peak usage, device breakdown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4023360" cy="1097280"/>
          </a:xfrm>
          <a:prstGeom prst="rect">
            <a:avLst/>
          </a:prstGeom>
          <a:solidFill>
            <a:srgbClr val="CADCFC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56032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C7E"/>
                </a:solidFill>
              </a:rPr>
              <a:t>🤖 Predictions View
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</a:rPr>
              <a:t>LSTM vs Baseline, 7-day forecast, confidence intervals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63440" y="2560320"/>
            <a:ext cx="4023360" cy="1097280"/>
          </a:xfrm>
          <a:prstGeom prst="rect">
            <a:avLst/>
          </a:prstGeom>
          <a:solidFill>
            <a:srgbClr val="CADCFC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56032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C7E"/>
                </a:solidFill>
              </a:rPr>
              <a:t>⚡ Devices View
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</a:rPr>
              <a:t>Individual device stats, room filtering, efficiency scores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60320" y="3840480"/>
            <a:ext cx="4023360" cy="1097280"/>
          </a:xfrm>
          <a:prstGeom prst="rect">
            <a:avLst/>
          </a:prstGeom>
          <a:solidFill>
            <a:srgbClr val="CADCFC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384048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C7E"/>
                </a:solidFill>
              </a:rPr>
              <a:t>💡 Insights View
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F3C7E"/>
                </a:solidFill>
              </a:rPr>
              <a:t>Savings opportunities, efficiency gauge, cost projections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</a:rPr>
              <a:t>Development Workflow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Data Collection &amp; Exploration - UCI Dataset (2M records)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2240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Data Cleaning &amp; Preprocessing - Handle missing values, outliers, normalization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3017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Feature Engineering - Time features, lag features, rolling statistics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703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Baseline Model - Linear Regression for comparison (R² = 0.78)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48056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480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LSTM Development - Build, train, tune (R² = 0.947)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525780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5257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71600" y="5349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Web Application - Flask backend + Interactive frontend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60350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6035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7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7160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F3C7E"/>
                </a:solidFill>
              </a:rPr>
              <a:t>Deployment - GitHub + Vercel cloud hosting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</a:rPr>
              <a:t>Key Results &amp; Impact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28090"/>
                </a:solidFill>
              </a:rPr>
              <a:t>94.7%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F3C7E"/>
                </a:solidFill>
              </a:rPr>
              <a:t>Prediction Accuracy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0" y="1371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0A896"/>
                </a:solidFill>
              </a:rPr>
              <a:t>$3,600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3200400" y="2103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F3C7E"/>
                </a:solidFill>
              </a:rPr>
              <a:t>Annual Savings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35040" y="13716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2C39A"/>
                </a:solidFill>
              </a:rPr>
              <a:t>2M+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035040" y="2103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F3C7E"/>
                </a:solidFill>
              </a:rPr>
              <a:t>Training Records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</a:rPr>
              <a:t>✅ ACCOMPLISHMENTS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</a:rPr>
              <a:t>• Full-stack application deployed on cloud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</a:rPr>
              <a:t>• Production-ready ML model with real-time inference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</a:rPr>
              <a:t>• Professional codebase on GitHub with version control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F3C7E"/>
                </a:solidFill>
              </a:rPr>
              <a:t>• Scalable architecture ready for IoT integration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</a:rPr>
              <a:t>Future Enhancements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023360" cy="16459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C7E"/>
                </a:solidFill>
              </a:rPr>
              <a:t>Mobile Application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F3C7E"/>
                </a:solidFill>
              </a:rPr>
              <a:t>Native iOS/Android apps for on-the-go monitoring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16459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14630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🔌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663440" y="1920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C7E"/>
                </a:solidFill>
              </a:rPr>
              <a:t>IoT Integration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63440" y="22860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F3C7E"/>
                </a:solidFill>
              </a:rPr>
              <a:t>Real smart meter connection with live data streaming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4023360" cy="16459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291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☀️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C7E"/>
                </a:solidFill>
              </a:rPr>
              <a:t>Solar Optimization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F3C7E"/>
                </a:solidFill>
              </a:rPr>
              <a:t>Predict solar generation and optimize battery storage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3200400"/>
            <a:ext cx="4023360" cy="16459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3291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🏘️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63440" y="37490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C7E"/>
                </a:solidFill>
              </a:rPr>
              <a:t>Multi-Home Support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63440" y="41148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F3C7E"/>
                </a:solidFill>
              </a:rPr>
              <a:t>Scale to neighborhood-level energy 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2C39A"/>
                </a:solidFill>
              </a:rPr>
              <a:t>Questions?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383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GitHub: github.com/springboardmentor1361k
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
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2C39A"/>
                </a:solidFill>
              </a:rPr>
              <a:t>Developer: Manshika Patodiya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726</Words>
  <Application>Microsoft Office PowerPoint</Application>
  <PresentationFormat>On-screen Show (16:9)</PresentationFormat>
  <Paragraphs>153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Energy Dashboard - AI-Powered Prediction System</dc:title>
  <dc:subject>PptxGenJS Presentation</dc:subject>
  <dc:creator>Manshika Patodiya</dc:creator>
  <cp:lastModifiedBy>Manshika Patodiya</cp:lastModifiedBy>
  <cp:revision>2</cp:revision>
  <dcterms:created xsi:type="dcterms:W3CDTF">2026-02-20T15:34:05Z</dcterms:created>
  <dcterms:modified xsi:type="dcterms:W3CDTF">2026-02-20T19:13:06Z</dcterms:modified>
</cp:coreProperties>
</file>