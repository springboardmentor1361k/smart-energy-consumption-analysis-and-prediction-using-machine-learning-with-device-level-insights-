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55dd5f1-8109-4d4a-813b-8b5bec084a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393872-43fc-43fa-a674-20792fe07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ede6ea8-c4ee-4619-8c45-e5392ea52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b40a4cc-e928-4db2-8c68-773eb57b9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161f6e-ee8a-4d74-bc53-677053b71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954a215-42e2-4e2b-b12c-1f1e20e168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fc53ee9-ca02-4d68-9d3a-807766b1c1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001e4-9846-4f7b-8bcd-2c4e8ddbc9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3cb0797-a424-417d-86ff-266b1332f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98a563-43c0-4ae1-992a-d211efd91e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9e50fbe-f548-4659-a82b-57f52be411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b6cbaa2-9f39-4c07-b477-616c90458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3ffff8-942b-4721-a6ac-e63bf360d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dc1c103-a33b-49fb-bfac-e73bdfbd8f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e223dd1-144a-439f-a3c8-cf1db0157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76ef0a-4b42-4e8a-b96f-0fee721646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b4f6d11-df8e-4466-a195-52292f498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b9df2b0-a6b1-49af-af68-dc3e689ba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340841-0277-4c3d-b42e-e08df27044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